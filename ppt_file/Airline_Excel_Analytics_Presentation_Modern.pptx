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209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</a:defRPr>
            </a:pPr>
            <a:r>
              <a:rPr dirty="0"/>
              <a:t>EXCEL FOR DATA ANALYSIS — FINAL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rPr dirty="0"/>
              <a:t>Airline Performance &amp; Revenue Analysis</a:t>
            </a:r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</a:defRPr>
            </a:pPr>
            <a:r>
              <a:rPr dirty="0"/>
              <a:t>Data Cleaning  |  Excel Formulas  |  PivotTables  |  Dashboard  |  Insights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rPr dirty="0"/>
              <a:t>Prepared by: </a:t>
            </a:r>
            <a:r>
              <a:rPr lang="en-US" dirty="0" smtClean="0"/>
              <a:t>Nasteha Ibraahim Hussien</a:t>
            </a:r>
            <a:r>
              <a:rPr dirty="0" smtClean="0"/>
              <a:t>   </a:t>
            </a:r>
            <a:r>
              <a:rPr dirty="0"/>
              <a:t>•   Dataset: airline project.xlsx   •   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</a:defRPr>
            </a:pPr>
            <a:r>
              <a:t>EXCEL DATA ANALYTICS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Dataset Overview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648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PROJECT OBJECTIVE</a:t>
            </a:r>
          </a:p>
          <a:p>
            <a:pPr>
              <a:lnSpc>
                <a:spcPct val="125000"/>
              </a:lnSpc>
              <a:defRPr sz="1300">
                <a:solidFill>
                  <a:srgbClr val="1E293B"/>
                </a:solidFill>
              </a:defRPr>
            </a:pPr>
            <a:r>
              <a:t>Evaluate flight sales, route profitability, and passenger trends to drive data-backed decisions using Excel.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1097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8648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DATASET SCOPE</a:t>
            </a:r>
          </a:p>
          <a:p>
            <a:pPr>
              <a:lnSpc>
                <a:spcPct val="125000"/>
              </a:lnSpc>
              <a:defRPr sz="1300">
                <a:solidFill>
                  <a:srgbClr val="1E293B"/>
                </a:solidFill>
              </a:defRPr>
            </a:pPr>
            <a:r>
              <a:t>Raw Data: 300 records &amp; 7 variables.</a:t>
            </a:r>
            <a:br/>
            <a:r>
              <a:t>Clean Data: 292 records &amp; 12 variables (after removing 8 duplicates).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13455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28648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EA5E9"/>
                </a:solidFill>
              </a:defRPr>
            </a:pPr>
            <a:r>
              <a:t>KEY VARIABLES</a:t>
            </a:r>
          </a:p>
          <a:p>
            <a:pPr>
              <a:lnSpc>
                <a:spcPct val="125000"/>
              </a:lnSpc>
              <a:defRPr sz="1300">
                <a:solidFill>
                  <a:srgbClr val="1E293B"/>
                </a:solidFill>
              </a:defRPr>
            </a:pPr>
            <a:r>
              <a:t>• Booking_ID &amp; Flight_Date</a:t>
            </a:r>
            <a:br/>
            <a:r>
              <a:t>• Route (e.g. MGQ-NBO)</a:t>
            </a:r>
            <a:br/>
            <a:r>
              <a:t>• Travel_Class &amp; Ticket_Price</a:t>
            </a:r>
            <a:br/>
            <a:r>
              <a:t>• Booking_Status (Completed,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</a:defRPr>
            </a:pPr>
            <a:r>
              <a:t>EXCEL DATA ANALYTICS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Data Cleaning &amp; Excel Formulas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DATA PREPARATION &amp; CLEANING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Duplicates: </a:t>
            </a:r>
            <a:r>
              <a:rPr sz="1200">
                <a:solidFill>
                  <a:srgbClr val="1E293B"/>
                </a:solidFill>
              </a:rPr>
              <a:t>Identified &amp; removed 8 duplicate records using Excel Remove Duplicates.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Missing Values: </a:t>
            </a:r>
            <a:r>
              <a:rPr sz="1200">
                <a:solidFill>
                  <a:srgbClr val="1E293B"/>
                </a:solidFill>
              </a:rPr>
              <a:t>Filled missing categorical fields with 'Unknown' placeholders.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Text Functions: </a:t>
            </a:r>
            <a:r>
              <a:rPr sz="1200">
                <a:solidFill>
                  <a:srgbClr val="1E293B"/>
                </a:solidFill>
              </a:rPr>
              <a:t>• TRIM(A2) — Cleared extra spaces
• PROPER(D2) — Standardized names
• UPPER(C2) — Uppercased route codes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6634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rPr dirty="0"/>
              <a:t>EXCEL FORMULAS APPLIED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0F172A"/>
                </a:solidFill>
              </a:rPr>
              <a:t>Basic Formulas: </a:t>
            </a:r>
            <a:r>
              <a:rPr sz="1200" dirty="0">
                <a:solidFill>
                  <a:srgbClr val="1E293B"/>
                </a:solidFill>
              </a:rPr>
              <a:t>=SUM() → Total Revenue ($58,112.25)
=AVERAGE() → </a:t>
            </a:r>
            <a:r>
              <a:rPr sz="1200" dirty="0" err="1">
                <a:solidFill>
                  <a:srgbClr val="1E293B"/>
                </a:solidFill>
              </a:rPr>
              <a:t>Avg</a:t>
            </a:r>
            <a:r>
              <a:rPr sz="1200" dirty="0">
                <a:solidFill>
                  <a:srgbClr val="1E293B"/>
                </a:solidFill>
              </a:rPr>
              <a:t> Fare ($199.01)
=COUNT() → Clean Bookings (292)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0F172A"/>
                </a:solidFill>
              </a:rPr>
              <a:t>Conditional: </a:t>
            </a:r>
            <a:r>
              <a:rPr sz="1200" dirty="0">
                <a:solidFill>
                  <a:srgbClr val="1E293B"/>
                </a:solidFill>
              </a:rPr>
              <a:t>=SUMIF() → Confirmed Revenue ($17,272.97)
=AVERAGEIF() → Business Fare ($318.42)
=COUNTIF() → Completed Bookings</a:t>
            </a:r>
          </a:p>
          <a:p>
            <a:pPr>
              <a:spcAft>
                <a:spcPts val="1000"/>
              </a:spcAft>
            </a:pPr>
            <a:endParaRPr sz="12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</a:defRPr>
            </a:pPr>
            <a:r>
              <a:t>EXCEL DATA ANALYTICS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Dashboard KPIs &amp; Visual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420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2563EB"/>
                </a:solidFill>
              </a:defRPr>
            </a:pPr>
            <a:r>
              <a:t>$58,112.25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TOTAL REVENUE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Sum of all ticket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6916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</a:defRPr>
            </a:pPr>
            <a:r>
              <a:t>292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TOTAL BOOKINGS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Clean processed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420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42032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8504" y="16916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EA5E9"/>
                </a:solidFill>
              </a:defRPr>
            </a:pPr>
            <a:r>
              <a:t>$199.01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AVERAGE FARE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Per passenger ticket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4203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06256" y="1463040"/>
            <a:ext cx="254203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43416" y="16916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</a:defRPr>
            </a:pPr>
            <a:r>
              <a:t>54.45%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COMPLETION RATE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159 completed journeys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101800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DASHBOARD ARCHITECTURE &amp; COMPONENTS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</a:rPr>
              <a:t>• PivotTables: </a:t>
            </a:r>
            <a:r>
              <a:rPr sz="1200">
                <a:solidFill>
                  <a:srgbClr val="1E293B"/>
                </a:solidFill>
              </a:rPr>
              <a:t>Built 4 dynamic PivotTables summarizing Sales by Route, Class Yield, and Booking Status.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</a:rPr>
              <a:t>• Charts &amp; Visuals: </a:t>
            </a:r>
            <a:r>
              <a:rPr sz="1200">
                <a:solidFill>
                  <a:srgbClr val="1E293B"/>
                </a:solidFill>
              </a:rPr>
              <a:t>Created 5 dynamic Excel charts (Bar Chart for Routes, Pie Chart for Status, Line Chart for Monthly Trends).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</a:rPr>
              <a:t>• Interactive Slicers: </a:t>
            </a:r>
            <a:r>
              <a:rPr sz="1200">
                <a:solidFill>
                  <a:srgbClr val="1E293B"/>
                </a:solidFill>
              </a:rPr>
              <a:t>Connected 3 dynamic Slicers [Route], [Travel_Class], and [Booking_Status] for real-time dashboard 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</a:defRPr>
            </a:pPr>
            <a:r>
              <a:t>EXCEL DATA ANALYTICS PROJECT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Key Findings &amp;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5 KEY FINDINGS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1. Top Route: MGQ-NBO generated highest revenue ($22,331.80).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2. High Yield Route: MGQ-ADD had highest average fare ($267.32).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3. Premium Class: Business Class average fare ($318.42) vs Economy ($178.17).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4. Completion Rate: 54.45% (159/292 bookings) completed successfully.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5. Cancellations: 30 bookings cancelled ($5,899.04 revenue lost).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2415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3 STRATEGIC RECOMMENDATIONS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1. Fleet Allocation:
</a:t>
            </a:r>
            <a:r>
              <a:rPr sz="1100">
                <a:solidFill>
                  <a:srgbClr val="1E293B"/>
                </a:solidFill>
              </a:rPr>
              <a:t>Increase flight frequency on high-demand, high-yield routes (MGQ-NBO &amp; MGQ-ADD).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2. Business Loyalty:
</a:t>
            </a:r>
            <a:r>
              <a:rPr sz="1100">
                <a:solidFill>
                  <a:srgbClr val="1E293B"/>
                </a:solidFill>
              </a:rPr>
              <a:t>Target corporate clients with Business Class upgrade packages to maximize yield.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3. Operational Controls:
</a:t>
            </a:r>
            <a:r>
              <a:rPr sz="1100">
                <a:solidFill>
                  <a:srgbClr val="1E293B"/>
                </a:solidFill>
              </a:rPr>
              <a:t>Enforce strict data entry validation at ticketing counters and send automated flight reminders to cut cancellations.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508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KCT</cp:lastModifiedBy>
  <cp:revision>3</cp:revision>
  <dcterms:created xsi:type="dcterms:W3CDTF">2013-01-27T09:14:16Z</dcterms:created>
  <dcterms:modified xsi:type="dcterms:W3CDTF">2026-08-24T13:16:42Z</dcterms:modified>
  <cp:category/>
</cp:coreProperties>
</file>